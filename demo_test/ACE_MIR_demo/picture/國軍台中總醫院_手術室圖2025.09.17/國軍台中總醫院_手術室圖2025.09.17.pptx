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7.jpg" ContentType="image/jpeg"/>
  <Override PartName="/ppt/media/image8.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82" r:id="rId2"/>
    <p:sldId id="288" r:id="rId3"/>
    <p:sldId id="289" r:id="rId4"/>
    <p:sldId id="290" r:id="rId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954" y="5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0081B-C8EA-4C83-B724-66599BD7ED44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F1B6BC-6C80-4221-9BFB-FC15B47B08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7399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1B6BC-6C80-4221-9BFB-FC15B47B0861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5545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B4D19-8F25-D8FE-7AAB-9FEC79045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B8253D6-BEFE-2137-79E9-AA622E0C5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D6AC485-D3E0-CEFF-35E8-968E4AE34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2CC6B0-ECC1-46D3-F74F-8D385C5499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1B6BC-6C80-4221-9BFB-FC15B47B0861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4751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37" y="6438138"/>
            <a:ext cx="4709921" cy="37109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627370"/>
            <a:ext cx="3238499" cy="68046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8045" y="2372867"/>
            <a:ext cx="11466574" cy="39197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13354" y="177926"/>
            <a:ext cx="281749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9999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9999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9999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9999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37" y="6438138"/>
            <a:ext cx="4709921" cy="37109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627370"/>
            <a:ext cx="3238499" cy="68046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04304" y="0"/>
            <a:ext cx="5187695" cy="1472183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326136" y="1014983"/>
            <a:ext cx="3439160" cy="764540"/>
          </a:xfrm>
          <a:custGeom>
            <a:avLst/>
            <a:gdLst/>
            <a:ahLst/>
            <a:cxnLst/>
            <a:rect l="l" t="t" r="r" b="b"/>
            <a:pathLst>
              <a:path w="3439160" h="764539">
                <a:moveTo>
                  <a:pt x="0" y="0"/>
                </a:moveTo>
                <a:lnTo>
                  <a:pt x="3439096" y="763955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85037" y="6438138"/>
            <a:ext cx="4709921" cy="37109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5627370"/>
            <a:ext cx="3238499" cy="68046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2619" y="133594"/>
            <a:ext cx="574040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9999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9347" y="1407187"/>
            <a:ext cx="10633075" cy="2714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38154" y="6450379"/>
            <a:ext cx="319005" cy="3360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C51035-770C-0CDE-4B19-93F8FA27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618" y="133594"/>
            <a:ext cx="7739381" cy="553998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手術室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手術器械耗材運送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219A62BA-92CF-445B-9243-75B522CF75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1198586"/>
            <a:ext cx="3810001" cy="4440214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6FEBB4D7-B0AE-D1BE-155D-72C045D0CE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399" y="1198586"/>
            <a:ext cx="3810001" cy="4440214"/>
          </a:xfrm>
          <a:prstGeom prst="rect">
            <a:avLst/>
          </a:prstGeom>
        </p:spPr>
      </p:pic>
      <p:pic>
        <p:nvPicPr>
          <p:cNvPr id="3" name="object 2">
            <a:extLst>
              <a:ext uri="{FF2B5EF4-FFF2-40B4-BE49-F238E27FC236}">
                <a16:creationId xmlns:a16="http://schemas.microsoft.com/office/drawing/2014/main" id="{6B50CC76-5775-074B-4520-AFD87FA17D2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400" y="1198586"/>
            <a:ext cx="4114800" cy="444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70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F68A46-5220-44C2-CE88-F7198BFB4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C0E4728-3528-2117-4274-8B22326F6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E7C55B0-D7DF-3404-B072-732B940F2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C5331D26-97BA-6F0D-D959-8057583E7FB1}"/>
              </a:ext>
            </a:extLst>
          </p:cNvPr>
          <p:cNvSpPr/>
          <p:nvPr/>
        </p:nvSpPr>
        <p:spPr>
          <a:xfrm>
            <a:off x="4343400" y="533399"/>
            <a:ext cx="609600" cy="1581421"/>
          </a:xfrm>
          <a:prstGeom prst="roundRect">
            <a:avLst/>
          </a:prstGeom>
          <a:noFill/>
          <a:ln w="508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5CEBE15-7C68-54FD-C271-94B82110F4F5}"/>
              </a:ext>
            </a:extLst>
          </p:cNvPr>
          <p:cNvSpPr/>
          <p:nvPr/>
        </p:nvSpPr>
        <p:spPr>
          <a:xfrm>
            <a:off x="5029201" y="1594305"/>
            <a:ext cx="838200" cy="520515"/>
          </a:xfrm>
          <a:prstGeom prst="roundRect">
            <a:avLst/>
          </a:prstGeom>
          <a:noFill/>
          <a:ln w="508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F7C389E-348F-3B3A-F244-2FA0F81609C3}"/>
              </a:ext>
            </a:extLst>
          </p:cNvPr>
          <p:cNvSpPr/>
          <p:nvPr/>
        </p:nvSpPr>
        <p:spPr>
          <a:xfrm>
            <a:off x="3810000" y="4343400"/>
            <a:ext cx="6248400" cy="228600"/>
          </a:xfrm>
          <a:prstGeom prst="roundRect">
            <a:avLst/>
          </a:pr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CC6E6D86-7E59-2552-D53F-602F31466DDB}"/>
              </a:ext>
            </a:extLst>
          </p:cNvPr>
          <p:cNvSpPr/>
          <p:nvPr/>
        </p:nvSpPr>
        <p:spPr>
          <a:xfrm>
            <a:off x="3810000" y="1219200"/>
            <a:ext cx="159623" cy="3352800"/>
          </a:xfrm>
          <a:prstGeom prst="roundRect">
            <a:avLst/>
          </a:pr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FAE1E6D-84CD-D2B1-F036-3DFFC262AC54}"/>
              </a:ext>
            </a:extLst>
          </p:cNvPr>
          <p:cNvSpPr/>
          <p:nvPr/>
        </p:nvSpPr>
        <p:spPr>
          <a:xfrm>
            <a:off x="5067299" y="5819698"/>
            <a:ext cx="76201" cy="152400"/>
          </a:xfrm>
          <a:prstGeom prst="roundRect">
            <a:avLst/>
          </a:prstGeom>
          <a:solidFill>
            <a:srgbClr val="FF0000"/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4FE4E07A-6726-0C8E-FC7A-6401576F0464}"/>
              </a:ext>
            </a:extLst>
          </p:cNvPr>
          <p:cNvGrpSpPr/>
          <p:nvPr/>
        </p:nvGrpSpPr>
        <p:grpSpPr>
          <a:xfrm>
            <a:off x="9220200" y="4826681"/>
            <a:ext cx="171895" cy="152400"/>
            <a:chOff x="9220200" y="4821365"/>
            <a:chExt cx="171895" cy="152400"/>
          </a:xfrm>
        </p:grpSpPr>
        <p:sp>
          <p:nvSpPr>
            <p:cNvPr id="17" name="矩形: 圓角 16">
              <a:extLst>
                <a:ext uri="{FF2B5EF4-FFF2-40B4-BE49-F238E27FC236}">
                  <a16:creationId xmlns:a16="http://schemas.microsoft.com/office/drawing/2014/main" id="{909B6CE6-01D0-20E6-B35D-15540BE5AFF7}"/>
                </a:ext>
              </a:extLst>
            </p:cNvPr>
            <p:cNvSpPr/>
            <p:nvPr/>
          </p:nvSpPr>
          <p:spPr>
            <a:xfrm>
              <a:off x="9315894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矩形: 圓角 17">
              <a:extLst>
                <a:ext uri="{FF2B5EF4-FFF2-40B4-BE49-F238E27FC236}">
                  <a16:creationId xmlns:a16="http://schemas.microsoft.com/office/drawing/2014/main" id="{D527C1CC-5DCD-FC5F-13B7-4223751ACD7F}"/>
                </a:ext>
              </a:extLst>
            </p:cNvPr>
            <p:cNvSpPr/>
            <p:nvPr/>
          </p:nvSpPr>
          <p:spPr>
            <a:xfrm>
              <a:off x="9220200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14C3884F-76B5-B689-8534-7D7515B715E9}"/>
              </a:ext>
            </a:extLst>
          </p:cNvPr>
          <p:cNvGrpSpPr/>
          <p:nvPr/>
        </p:nvGrpSpPr>
        <p:grpSpPr>
          <a:xfrm>
            <a:off x="5105399" y="4821365"/>
            <a:ext cx="171895" cy="152400"/>
            <a:chOff x="9220200" y="4821365"/>
            <a:chExt cx="171895" cy="152400"/>
          </a:xfrm>
        </p:grpSpPr>
        <p:sp>
          <p:nvSpPr>
            <p:cNvPr id="25" name="矩形: 圓角 24">
              <a:extLst>
                <a:ext uri="{FF2B5EF4-FFF2-40B4-BE49-F238E27FC236}">
                  <a16:creationId xmlns:a16="http://schemas.microsoft.com/office/drawing/2014/main" id="{870271B1-F644-362C-A07F-19CE052A524B}"/>
                </a:ext>
              </a:extLst>
            </p:cNvPr>
            <p:cNvSpPr/>
            <p:nvPr/>
          </p:nvSpPr>
          <p:spPr>
            <a:xfrm>
              <a:off x="9315894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: 圓角 25">
              <a:extLst>
                <a:ext uri="{FF2B5EF4-FFF2-40B4-BE49-F238E27FC236}">
                  <a16:creationId xmlns:a16="http://schemas.microsoft.com/office/drawing/2014/main" id="{B12BDC4F-956A-4593-DB2A-B30F145E6D9A}"/>
                </a:ext>
              </a:extLst>
            </p:cNvPr>
            <p:cNvSpPr/>
            <p:nvPr/>
          </p:nvSpPr>
          <p:spPr>
            <a:xfrm>
              <a:off x="9220200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6B99B41C-3288-6A26-0244-939FC4AD2BB9}"/>
              </a:ext>
            </a:extLst>
          </p:cNvPr>
          <p:cNvSpPr/>
          <p:nvPr/>
        </p:nvSpPr>
        <p:spPr>
          <a:xfrm>
            <a:off x="6416968" y="5825794"/>
            <a:ext cx="76201" cy="152400"/>
          </a:xfrm>
          <a:prstGeom prst="roundRect">
            <a:avLst/>
          </a:prstGeom>
          <a:solidFill>
            <a:srgbClr val="FF0000"/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138763A3-EFEA-B735-B5D3-80D1562EFDC0}"/>
              </a:ext>
            </a:extLst>
          </p:cNvPr>
          <p:cNvSpPr/>
          <p:nvPr/>
        </p:nvSpPr>
        <p:spPr>
          <a:xfrm>
            <a:off x="7539227" y="5819698"/>
            <a:ext cx="76201" cy="152400"/>
          </a:xfrm>
          <a:prstGeom prst="roundRect">
            <a:avLst/>
          </a:prstGeom>
          <a:solidFill>
            <a:srgbClr val="FF0000"/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5F1E44C9-6E25-120E-171A-23585C8B8BFE}"/>
              </a:ext>
            </a:extLst>
          </p:cNvPr>
          <p:cNvGrpSpPr/>
          <p:nvPr/>
        </p:nvGrpSpPr>
        <p:grpSpPr>
          <a:xfrm>
            <a:off x="7539227" y="4821365"/>
            <a:ext cx="171895" cy="152400"/>
            <a:chOff x="9220200" y="4821365"/>
            <a:chExt cx="171895" cy="152400"/>
          </a:xfrm>
        </p:grpSpPr>
        <p:sp>
          <p:nvSpPr>
            <p:cNvPr id="30" name="矩形: 圓角 29">
              <a:extLst>
                <a:ext uri="{FF2B5EF4-FFF2-40B4-BE49-F238E27FC236}">
                  <a16:creationId xmlns:a16="http://schemas.microsoft.com/office/drawing/2014/main" id="{10F1BB56-798F-F186-BB92-E1B5B55A6F88}"/>
                </a:ext>
              </a:extLst>
            </p:cNvPr>
            <p:cNvSpPr/>
            <p:nvPr/>
          </p:nvSpPr>
          <p:spPr>
            <a:xfrm>
              <a:off x="9315894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820383A8-3532-CCF6-F0D8-00AA96F33DB3}"/>
                </a:ext>
              </a:extLst>
            </p:cNvPr>
            <p:cNvSpPr/>
            <p:nvPr/>
          </p:nvSpPr>
          <p:spPr>
            <a:xfrm>
              <a:off x="9220200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41ECA9EC-4C25-0C9F-8408-565721445C91}"/>
              </a:ext>
            </a:extLst>
          </p:cNvPr>
          <p:cNvGrpSpPr/>
          <p:nvPr/>
        </p:nvGrpSpPr>
        <p:grpSpPr>
          <a:xfrm>
            <a:off x="6416968" y="4821365"/>
            <a:ext cx="171895" cy="152400"/>
            <a:chOff x="9220200" y="4821365"/>
            <a:chExt cx="171895" cy="152400"/>
          </a:xfrm>
        </p:grpSpPr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2EEA5925-AA25-FD3F-17E6-F31AFD969919}"/>
                </a:ext>
              </a:extLst>
            </p:cNvPr>
            <p:cNvSpPr/>
            <p:nvPr/>
          </p:nvSpPr>
          <p:spPr>
            <a:xfrm>
              <a:off x="9315894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矩形: 圓角 33">
              <a:extLst>
                <a:ext uri="{FF2B5EF4-FFF2-40B4-BE49-F238E27FC236}">
                  <a16:creationId xmlns:a16="http://schemas.microsoft.com/office/drawing/2014/main" id="{976D9681-BDD9-F27F-2379-EC1BBFF053B9}"/>
                </a:ext>
              </a:extLst>
            </p:cNvPr>
            <p:cNvSpPr/>
            <p:nvPr/>
          </p:nvSpPr>
          <p:spPr>
            <a:xfrm>
              <a:off x="9220200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252873BB-C189-8421-4753-01135197482C}"/>
              </a:ext>
            </a:extLst>
          </p:cNvPr>
          <p:cNvSpPr/>
          <p:nvPr/>
        </p:nvSpPr>
        <p:spPr>
          <a:xfrm>
            <a:off x="9143999" y="5819698"/>
            <a:ext cx="76201" cy="152400"/>
          </a:xfrm>
          <a:prstGeom prst="roundRect">
            <a:avLst/>
          </a:prstGeom>
          <a:solidFill>
            <a:srgbClr val="FF0000"/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51C5D5F2-CED4-4CDC-05B9-29850FAFF726}"/>
              </a:ext>
            </a:extLst>
          </p:cNvPr>
          <p:cNvGrpSpPr/>
          <p:nvPr/>
        </p:nvGrpSpPr>
        <p:grpSpPr>
          <a:xfrm>
            <a:off x="2840662" y="4745165"/>
            <a:ext cx="171895" cy="152400"/>
            <a:chOff x="9220200" y="4821365"/>
            <a:chExt cx="171895" cy="152400"/>
          </a:xfrm>
        </p:grpSpPr>
        <p:sp>
          <p:nvSpPr>
            <p:cNvPr id="37" name="矩形: 圓角 36">
              <a:extLst>
                <a:ext uri="{FF2B5EF4-FFF2-40B4-BE49-F238E27FC236}">
                  <a16:creationId xmlns:a16="http://schemas.microsoft.com/office/drawing/2014/main" id="{F9EC569A-7907-CC4E-8C05-D2670D8AC3C7}"/>
                </a:ext>
              </a:extLst>
            </p:cNvPr>
            <p:cNvSpPr/>
            <p:nvPr/>
          </p:nvSpPr>
          <p:spPr>
            <a:xfrm>
              <a:off x="9315894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矩形: 圓角 37">
              <a:extLst>
                <a:ext uri="{FF2B5EF4-FFF2-40B4-BE49-F238E27FC236}">
                  <a16:creationId xmlns:a16="http://schemas.microsoft.com/office/drawing/2014/main" id="{E5041F86-3EA6-E2D6-A907-DE4D806620F5}"/>
                </a:ext>
              </a:extLst>
            </p:cNvPr>
            <p:cNvSpPr/>
            <p:nvPr/>
          </p:nvSpPr>
          <p:spPr>
            <a:xfrm>
              <a:off x="9220200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34C9EA7D-C856-535C-DD7E-EB9668487261}"/>
              </a:ext>
            </a:extLst>
          </p:cNvPr>
          <p:cNvSpPr/>
          <p:nvPr/>
        </p:nvSpPr>
        <p:spPr>
          <a:xfrm rot="16200000">
            <a:off x="1562102" y="4967563"/>
            <a:ext cx="76201" cy="152400"/>
          </a:xfrm>
          <a:prstGeom prst="roundRect">
            <a:avLst/>
          </a:prstGeom>
          <a:solidFill>
            <a:srgbClr val="FF0000"/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1C098D5E-098B-BAC1-90C0-DDEE6DFA45D8}"/>
              </a:ext>
            </a:extLst>
          </p:cNvPr>
          <p:cNvSpPr/>
          <p:nvPr/>
        </p:nvSpPr>
        <p:spPr>
          <a:xfrm rot="16200000">
            <a:off x="1562101" y="3695701"/>
            <a:ext cx="76201" cy="152400"/>
          </a:xfrm>
          <a:prstGeom prst="roundRect">
            <a:avLst/>
          </a:prstGeom>
          <a:solidFill>
            <a:srgbClr val="FF0000"/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FB3D97AE-A394-7799-6C14-B745D051D825}"/>
              </a:ext>
            </a:extLst>
          </p:cNvPr>
          <p:cNvGrpSpPr/>
          <p:nvPr/>
        </p:nvGrpSpPr>
        <p:grpSpPr>
          <a:xfrm>
            <a:off x="3228886" y="3969412"/>
            <a:ext cx="171895" cy="152400"/>
            <a:chOff x="9220200" y="4821365"/>
            <a:chExt cx="171895" cy="152400"/>
          </a:xfrm>
        </p:grpSpPr>
        <p:sp>
          <p:nvSpPr>
            <p:cNvPr id="42" name="矩形: 圓角 41">
              <a:extLst>
                <a:ext uri="{FF2B5EF4-FFF2-40B4-BE49-F238E27FC236}">
                  <a16:creationId xmlns:a16="http://schemas.microsoft.com/office/drawing/2014/main" id="{7F60203A-9DE6-F679-1E34-1D812B6503CE}"/>
                </a:ext>
              </a:extLst>
            </p:cNvPr>
            <p:cNvSpPr/>
            <p:nvPr/>
          </p:nvSpPr>
          <p:spPr>
            <a:xfrm>
              <a:off x="9315894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矩形: 圓角 42">
              <a:extLst>
                <a:ext uri="{FF2B5EF4-FFF2-40B4-BE49-F238E27FC236}">
                  <a16:creationId xmlns:a16="http://schemas.microsoft.com/office/drawing/2014/main" id="{56DEA551-BDC7-28AB-7911-6A8AD6ED4AF7}"/>
                </a:ext>
              </a:extLst>
            </p:cNvPr>
            <p:cNvSpPr/>
            <p:nvPr/>
          </p:nvSpPr>
          <p:spPr>
            <a:xfrm>
              <a:off x="9220200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9E74FF27-4BFB-5432-D66A-9926AB171F65}"/>
              </a:ext>
            </a:extLst>
          </p:cNvPr>
          <p:cNvGrpSpPr/>
          <p:nvPr/>
        </p:nvGrpSpPr>
        <p:grpSpPr>
          <a:xfrm>
            <a:off x="4383022" y="3105420"/>
            <a:ext cx="171895" cy="152400"/>
            <a:chOff x="9220200" y="4821365"/>
            <a:chExt cx="171895" cy="152400"/>
          </a:xfrm>
        </p:grpSpPr>
        <p:sp>
          <p:nvSpPr>
            <p:cNvPr id="45" name="矩形: 圓角 44">
              <a:extLst>
                <a:ext uri="{FF2B5EF4-FFF2-40B4-BE49-F238E27FC236}">
                  <a16:creationId xmlns:a16="http://schemas.microsoft.com/office/drawing/2014/main" id="{63086275-A10B-C75E-D0B7-92B495B1180F}"/>
                </a:ext>
              </a:extLst>
            </p:cNvPr>
            <p:cNvSpPr/>
            <p:nvPr/>
          </p:nvSpPr>
          <p:spPr>
            <a:xfrm>
              <a:off x="9315894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矩形: 圓角 45">
              <a:extLst>
                <a:ext uri="{FF2B5EF4-FFF2-40B4-BE49-F238E27FC236}">
                  <a16:creationId xmlns:a16="http://schemas.microsoft.com/office/drawing/2014/main" id="{7773028D-463D-1397-E33F-711A73A34B6A}"/>
                </a:ext>
              </a:extLst>
            </p:cNvPr>
            <p:cNvSpPr/>
            <p:nvPr/>
          </p:nvSpPr>
          <p:spPr>
            <a:xfrm>
              <a:off x="9220200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FA36EB3E-87C8-80DC-6998-55351409CB13}"/>
              </a:ext>
            </a:extLst>
          </p:cNvPr>
          <p:cNvGrpSpPr/>
          <p:nvPr/>
        </p:nvGrpSpPr>
        <p:grpSpPr>
          <a:xfrm>
            <a:off x="6303553" y="3642538"/>
            <a:ext cx="171895" cy="152400"/>
            <a:chOff x="9220200" y="4821365"/>
            <a:chExt cx="171895" cy="152400"/>
          </a:xfrm>
        </p:grpSpPr>
        <p:sp>
          <p:nvSpPr>
            <p:cNvPr id="48" name="矩形: 圓角 47">
              <a:extLst>
                <a:ext uri="{FF2B5EF4-FFF2-40B4-BE49-F238E27FC236}">
                  <a16:creationId xmlns:a16="http://schemas.microsoft.com/office/drawing/2014/main" id="{2D74D718-BEC7-73EC-38B9-B70B64029B83}"/>
                </a:ext>
              </a:extLst>
            </p:cNvPr>
            <p:cNvSpPr/>
            <p:nvPr/>
          </p:nvSpPr>
          <p:spPr>
            <a:xfrm>
              <a:off x="9315894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矩形: 圓角 48">
              <a:extLst>
                <a:ext uri="{FF2B5EF4-FFF2-40B4-BE49-F238E27FC236}">
                  <a16:creationId xmlns:a16="http://schemas.microsoft.com/office/drawing/2014/main" id="{7E8B2EBD-49EB-12BA-0917-57108A8530AE}"/>
                </a:ext>
              </a:extLst>
            </p:cNvPr>
            <p:cNvSpPr/>
            <p:nvPr/>
          </p:nvSpPr>
          <p:spPr>
            <a:xfrm>
              <a:off x="9220200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6F41D3F5-0353-1448-1AB1-673C327A530C}"/>
              </a:ext>
            </a:extLst>
          </p:cNvPr>
          <p:cNvGrpSpPr/>
          <p:nvPr/>
        </p:nvGrpSpPr>
        <p:grpSpPr>
          <a:xfrm>
            <a:off x="7507329" y="3642538"/>
            <a:ext cx="171895" cy="152400"/>
            <a:chOff x="9220200" y="4821365"/>
            <a:chExt cx="171895" cy="152400"/>
          </a:xfrm>
        </p:grpSpPr>
        <p:sp>
          <p:nvSpPr>
            <p:cNvPr id="51" name="矩形: 圓角 50">
              <a:extLst>
                <a:ext uri="{FF2B5EF4-FFF2-40B4-BE49-F238E27FC236}">
                  <a16:creationId xmlns:a16="http://schemas.microsoft.com/office/drawing/2014/main" id="{6B4A9BB4-1635-B044-3515-A2AE1982D728}"/>
                </a:ext>
              </a:extLst>
            </p:cNvPr>
            <p:cNvSpPr/>
            <p:nvPr/>
          </p:nvSpPr>
          <p:spPr>
            <a:xfrm>
              <a:off x="9315894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矩形: 圓角 51">
              <a:extLst>
                <a:ext uri="{FF2B5EF4-FFF2-40B4-BE49-F238E27FC236}">
                  <a16:creationId xmlns:a16="http://schemas.microsoft.com/office/drawing/2014/main" id="{97E2EC4F-53ED-A784-06F7-EAB4C698F544}"/>
                </a:ext>
              </a:extLst>
            </p:cNvPr>
            <p:cNvSpPr/>
            <p:nvPr/>
          </p:nvSpPr>
          <p:spPr>
            <a:xfrm>
              <a:off x="9220200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30DF46BB-66A7-9575-F9E2-F90B57634865}"/>
              </a:ext>
            </a:extLst>
          </p:cNvPr>
          <p:cNvGrpSpPr/>
          <p:nvPr/>
        </p:nvGrpSpPr>
        <p:grpSpPr>
          <a:xfrm>
            <a:off x="8713684" y="3640766"/>
            <a:ext cx="171895" cy="152400"/>
            <a:chOff x="9220200" y="4821365"/>
            <a:chExt cx="171895" cy="152400"/>
          </a:xfrm>
        </p:grpSpPr>
        <p:sp>
          <p:nvSpPr>
            <p:cNvPr id="54" name="矩形: 圓角 53">
              <a:extLst>
                <a:ext uri="{FF2B5EF4-FFF2-40B4-BE49-F238E27FC236}">
                  <a16:creationId xmlns:a16="http://schemas.microsoft.com/office/drawing/2014/main" id="{D3F5CDA5-D4E5-F195-F991-EFF519E5D274}"/>
                </a:ext>
              </a:extLst>
            </p:cNvPr>
            <p:cNvSpPr/>
            <p:nvPr/>
          </p:nvSpPr>
          <p:spPr>
            <a:xfrm>
              <a:off x="9315894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矩形: 圓角 54">
              <a:extLst>
                <a:ext uri="{FF2B5EF4-FFF2-40B4-BE49-F238E27FC236}">
                  <a16:creationId xmlns:a16="http://schemas.microsoft.com/office/drawing/2014/main" id="{EC59F2A0-500E-616E-9E0E-F4FEBFE33FFB}"/>
                </a:ext>
              </a:extLst>
            </p:cNvPr>
            <p:cNvSpPr/>
            <p:nvPr/>
          </p:nvSpPr>
          <p:spPr>
            <a:xfrm>
              <a:off x="9220200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60C88F83-0DC0-CE2A-20F5-EC1058A4CE04}"/>
              </a:ext>
            </a:extLst>
          </p:cNvPr>
          <p:cNvGrpSpPr/>
          <p:nvPr/>
        </p:nvGrpSpPr>
        <p:grpSpPr>
          <a:xfrm>
            <a:off x="9927206" y="3635450"/>
            <a:ext cx="171895" cy="152400"/>
            <a:chOff x="9220200" y="4821365"/>
            <a:chExt cx="171895" cy="152400"/>
          </a:xfrm>
        </p:grpSpPr>
        <p:sp>
          <p:nvSpPr>
            <p:cNvPr id="57" name="矩形: 圓角 56">
              <a:extLst>
                <a:ext uri="{FF2B5EF4-FFF2-40B4-BE49-F238E27FC236}">
                  <a16:creationId xmlns:a16="http://schemas.microsoft.com/office/drawing/2014/main" id="{A7D0F486-DB69-8A9C-BDE0-D58CE3067715}"/>
                </a:ext>
              </a:extLst>
            </p:cNvPr>
            <p:cNvSpPr/>
            <p:nvPr/>
          </p:nvSpPr>
          <p:spPr>
            <a:xfrm>
              <a:off x="9315894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矩形: 圓角 57">
              <a:extLst>
                <a:ext uri="{FF2B5EF4-FFF2-40B4-BE49-F238E27FC236}">
                  <a16:creationId xmlns:a16="http://schemas.microsoft.com/office/drawing/2014/main" id="{7B30FCBE-FB85-1EA5-05DE-5D51D655C821}"/>
                </a:ext>
              </a:extLst>
            </p:cNvPr>
            <p:cNvSpPr/>
            <p:nvPr/>
          </p:nvSpPr>
          <p:spPr>
            <a:xfrm>
              <a:off x="9220200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9" name="矩形: 圓角 58">
            <a:extLst>
              <a:ext uri="{FF2B5EF4-FFF2-40B4-BE49-F238E27FC236}">
                <a16:creationId xmlns:a16="http://schemas.microsoft.com/office/drawing/2014/main" id="{A53A1E17-E680-152A-329F-B50122EC70C7}"/>
              </a:ext>
            </a:extLst>
          </p:cNvPr>
          <p:cNvSpPr/>
          <p:nvPr/>
        </p:nvSpPr>
        <p:spPr>
          <a:xfrm>
            <a:off x="9984799" y="2792852"/>
            <a:ext cx="76201" cy="152400"/>
          </a:xfrm>
          <a:prstGeom prst="roundRect">
            <a:avLst/>
          </a:prstGeom>
          <a:solidFill>
            <a:srgbClr val="FF0000"/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矩形: 圓角 59">
            <a:extLst>
              <a:ext uri="{FF2B5EF4-FFF2-40B4-BE49-F238E27FC236}">
                <a16:creationId xmlns:a16="http://schemas.microsoft.com/office/drawing/2014/main" id="{578E8E02-BB51-610F-D8F6-E2D45E8B6BA6}"/>
              </a:ext>
            </a:extLst>
          </p:cNvPr>
          <p:cNvSpPr/>
          <p:nvPr/>
        </p:nvSpPr>
        <p:spPr>
          <a:xfrm>
            <a:off x="8809377" y="2792852"/>
            <a:ext cx="76201" cy="152400"/>
          </a:xfrm>
          <a:prstGeom prst="roundRect">
            <a:avLst/>
          </a:prstGeom>
          <a:solidFill>
            <a:srgbClr val="FF0000"/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: 圓角 60">
            <a:extLst>
              <a:ext uri="{FF2B5EF4-FFF2-40B4-BE49-F238E27FC236}">
                <a16:creationId xmlns:a16="http://schemas.microsoft.com/office/drawing/2014/main" id="{072788CA-A9E0-7E2A-010B-175FAE86E05B}"/>
              </a:ext>
            </a:extLst>
          </p:cNvPr>
          <p:cNvSpPr/>
          <p:nvPr/>
        </p:nvSpPr>
        <p:spPr>
          <a:xfrm>
            <a:off x="7596820" y="2792852"/>
            <a:ext cx="76201" cy="152400"/>
          </a:xfrm>
          <a:prstGeom prst="roundRect">
            <a:avLst/>
          </a:prstGeom>
          <a:solidFill>
            <a:srgbClr val="FF0000"/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89B0ACD9-085E-6A7E-ADD7-69D445589DE3}"/>
              </a:ext>
            </a:extLst>
          </p:cNvPr>
          <p:cNvSpPr/>
          <p:nvPr/>
        </p:nvSpPr>
        <p:spPr>
          <a:xfrm>
            <a:off x="6370892" y="2790585"/>
            <a:ext cx="76201" cy="152400"/>
          </a:xfrm>
          <a:prstGeom prst="roundRect">
            <a:avLst/>
          </a:prstGeom>
          <a:solidFill>
            <a:srgbClr val="FF0000"/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CD05F64F-5E6E-188C-34CC-C687AC9A894C}"/>
              </a:ext>
            </a:extLst>
          </p:cNvPr>
          <p:cNvSpPr/>
          <p:nvPr/>
        </p:nvSpPr>
        <p:spPr>
          <a:xfrm>
            <a:off x="5410200" y="2790585"/>
            <a:ext cx="76201" cy="152400"/>
          </a:xfrm>
          <a:prstGeom prst="roundRect">
            <a:avLst/>
          </a:prstGeom>
          <a:solidFill>
            <a:srgbClr val="FF0000"/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: 圓角 63">
            <a:extLst>
              <a:ext uri="{FF2B5EF4-FFF2-40B4-BE49-F238E27FC236}">
                <a16:creationId xmlns:a16="http://schemas.microsoft.com/office/drawing/2014/main" id="{2D5C30B0-948B-44A8-72C6-648856562EEE}"/>
              </a:ext>
            </a:extLst>
          </p:cNvPr>
          <p:cNvSpPr/>
          <p:nvPr/>
        </p:nvSpPr>
        <p:spPr>
          <a:xfrm>
            <a:off x="2961165" y="555234"/>
            <a:ext cx="76201" cy="152400"/>
          </a:xfrm>
          <a:prstGeom prst="roundRect">
            <a:avLst/>
          </a:prstGeom>
          <a:solidFill>
            <a:srgbClr val="FF0000"/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5" name="群組 64">
            <a:extLst>
              <a:ext uri="{FF2B5EF4-FFF2-40B4-BE49-F238E27FC236}">
                <a16:creationId xmlns:a16="http://schemas.microsoft.com/office/drawing/2014/main" id="{57554008-AFA4-2FED-7271-43EAAE02003B}"/>
              </a:ext>
            </a:extLst>
          </p:cNvPr>
          <p:cNvGrpSpPr/>
          <p:nvPr/>
        </p:nvGrpSpPr>
        <p:grpSpPr>
          <a:xfrm>
            <a:off x="3369277" y="1324109"/>
            <a:ext cx="171895" cy="152400"/>
            <a:chOff x="9220200" y="4821365"/>
            <a:chExt cx="171895" cy="152400"/>
          </a:xfrm>
        </p:grpSpPr>
        <p:sp>
          <p:nvSpPr>
            <p:cNvPr id="66" name="矩形: 圓角 65">
              <a:extLst>
                <a:ext uri="{FF2B5EF4-FFF2-40B4-BE49-F238E27FC236}">
                  <a16:creationId xmlns:a16="http://schemas.microsoft.com/office/drawing/2014/main" id="{F08AE076-1531-1D3B-C5EE-EE93E310A11A}"/>
                </a:ext>
              </a:extLst>
            </p:cNvPr>
            <p:cNvSpPr/>
            <p:nvPr/>
          </p:nvSpPr>
          <p:spPr>
            <a:xfrm>
              <a:off x="9315894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矩形: 圓角 66">
              <a:extLst>
                <a:ext uri="{FF2B5EF4-FFF2-40B4-BE49-F238E27FC236}">
                  <a16:creationId xmlns:a16="http://schemas.microsoft.com/office/drawing/2014/main" id="{2EDB9F90-832D-F66E-7D94-C083E6A9AAF2}"/>
                </a:ext>
              </a:extLst>
            </p:cNvPr>
            <p:cNvSpPr/>
            <p:nvPr/>
          </p:nvSpPr>
          <p:spPr>
            <a:xfrm>
              <a:off x="9220200" y="4821365"/>
              <a:ext cx="76201" cy="152400"/>
            </a:xfrm>
            <a:prstGeom prst="roundRect">
              <a:avLst/>
            </a:prstGeom>
            <a:solidFill>
              <a:srgbClr val="92D050"/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76" name="箭號: 彎曲 75">
            <a:extLst>
              <a:ext uri="{FF2B5EF4-FFF2-40B4-BE49-F238E27FC236}">
                <a16:creationId xmlns:a16="http://schemas.microsoft.com/office/drawing/2014/main" id="{967D4842-3D31-B0FE-8EFD-A27B49F028B6}"/>
              </a:ext>
            </a:extLst>
          </p:cNvPr>
          <p:cNvSpPr/>
          <p:nvPr/>
        </p:nvSpPr>
        <p:spPr>
          <a:xfrm rot="16200000" flipH="1">
            <a:off x="3949909" y="1227021"/>
            <a:ext cx="331304" cy="611122"/>
          </a:xfrm>
          <a:prstGeom prst="bentArrow">
            <a:avLst>
              <a:gd name="adj1" fmla="val 22240"/>
              <a:gd name="adj2" fmla="val 25000"/>
              <a:gd name="adj3" fmla="val 25000"/>
              <a:gd name="adj4" fmla="val 43750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78" name="箭號: 彎曲 77">
            <a:extLst>
              <a:ext uri="{FF2B5EF4-FFF2-40B4-BE49-F238E27FC236}">
                <a16:creationId xmlns:a16="http://schemas.microsoft.com/office/drawing/2014/main" id="{5C956AAD-5121-2D32-1FE9-36C17A3073E0}"/>
              </a:ext>
            </a:extLst>
          </p:cNvPr>
          <p:cNvSpPr/>
          <p:nvPr/>
        </p:nvSpPr>
        <p:spPr>
          <a:xfrm rot="16200000">
            <a:off x="5552001" y="2199201"/>
            <a:ext cx="300753" cy="330046"/>
          </a:xfrm>
          <a:prstGeom prst="bentArrow">
            <a:avLst>
              <a:gd name="adj1" fmla="val 22240"/>
              <a:gd name="adj2" fmla="val 25000"/>
              <a:gd name="adj3" fmla="val 25000"/>
              <a:gd name="adj4" fmla="val 4375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79" name="矩形: 圓角 78">
            <a:extLst>
              <a:ext uri="{FF2B5EF4-FFF2-40B4-BE49-F238E27FC236}">
                <a16:creationId xmlns:a16="http://schemas.microsoft.com/office/drawing/2014/main" id="{99C51B08-04A1-258F-9B5B-1C1DC7AB919B}"/>
              </a:ext>
            </a:extLst>
          </p:cNvPr>
          <p:cNvSpPr/>
          <p:nvPr/>
        </p:nvSpPr>
        <p:spPr>
          <a:xfrm>
            <a:off x="5880894" y="2336891"/>
            <a:ext cx="5251528" cy="206596"/>
          </a:xfrm>
          <a:prstGeom prst="roundRect">
            <a:avLst/>
          </a:prstGeom>
          <a:noFill/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矩形: 圓角 79">
            <a:extLst>
              <a:ext uri="{FF2B5EF4-FFF2-40B4-BE49-F238E27FC236}">
                <a16:creationId xmlns:a16="http://schemas.microsoft.com/office/drawing/2014/main" id="{3FF4DD99-9623-164E-7250-8D26998C03C2}"/>
              </a:ext>
            </a:extLst>
          </p:cNvPr>
          <p:cNvSpPr/>
          <p:nvPr/>
        </p:nvSpPr>
        <p:spPr>
          <a:xfrm>
            <a:off x="1108730" y="6319739"/>
            <a:ext cx="10023691" cy="228600"/>
          </a:xfrm>
          <a:prstGeom prst="roundRect">
            <a:avLst/>
          </a:prstGeom>
          <a:noFill/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矩形: 圓角 80">
            <a:extLst>
              <a:ext uri="{FF2B5EF4-FFF2-40B4-BE49-F238E27FC236}">
                <a16:creationId xmlns:a16="http://schemas.microsoft.com/office/drawing/2014/main" id="{25BC654F-721C-E138-8CD3-4F8AE5DF207E}"/>
              </a:ext>
            </a:extLst>
          </p:cNvPr>
          <p:cNvSpPr/>
          <p:nvPr/>
        </p:nvSpPr>
        <p:spPr>
          <a:xfrm>
            <a:off x="1682672" y="214018"/>
            <a:ext cx="4906191" cy="159249"/>
          </a:xfrm>
          <a:prstGeom prst="roundRect">
            <a:avLst/>
          </a:prstGeom>
          <a:noFill/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矩形: 圓角 81">
            <a:extLst>
              <a:ext uri="{FF2B5EF4-FFF2-40B4-BE49-F238E27FC236}">
                <a16:creationId xmlns:a16="http://schemas.microsoft.com/office/drawing/2014/main" id="{A8FF5099-935D-8E27-E8AB-9A94CD1EFE4A}"/>
              </a:ext>
            </a:extLst>
          </p:cNvPr>
          <p:cNvSpPr/>
          <p:nvPr/>
        </p:nvSpPr>
        <p:spPr>
          <a:xfrm rot="16200000">
            <a:off x="511462" y="1399415"/>
            <a:ext cx="2527946" cy="159623"/>
          </a:xfrm>
          <a:prstGeom prst="roundRect">
            <a:avLst/>
          </a:prstGeom>
          <a:noFill/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矩形: 圓角 82">
            <a:extLst>
              <a:ext uri="{FF2B5EF4-FFF2-40B4-BE49-F238E27FC236}">
                <a16:creationId xmlns:a16="http://schemas.microsoft.com/office/drawing/2014/main" id="{C247B959-A5CD-9AFE-4B7F-1848E94ED2BC}"/>
              </a:ext>
            </a:extLst>
          </p:cNvPr>
          <p:cNvSpPr/>
          <p:nvPr/>
        </p:nvSpPr>
        <p:spPr>
          <a:xfrm rot="16200000">
            <a:off x="5357229" y="1263473"/>
            <a:ext cx="2313527" cy="188730"/>
          </a:xfrm>
          <a:prstGeom prst="roundRect">
            <a:avLst/>
          </a:prstGeom>
          <a:noFill/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矩形: 圓角 83">
            <a:extLst>
              <a:ext uri="{FF2B5EF4-FFF2-40B4-BE49-F238E27FC236}">
                <a16:creationId xmlns:a16="http://schemas.microsoft.com/office/drawing/2014/main" id="{92DD19CA-34DD-9C4A-DDD4-95EDF66BCAA4}"/>
              </a:ext>
            </a:extLst>
          </p:cNvPr>
          <p:cNvSpPr/>
          <p:nvPr/>
        </p:nvSpPr>
        <p:spPr>
          <a:xfrm rot="16200000">
            <a:off x="-976780" y="4466168"/>
            <a:ext cx="3997764" cy="152401"/>
          </a:xfrm>
          <a:prstGeom prst="roundRect">
            <a:avLst/>
          </a:prstGeom>
          <a:noFill/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F4EA3DE5-D0EB-831D-D60E-7E531D0114CC}"/>
              </a:ext>
            </a:extLst>
          </p:cNvPr>
          <p:cNvSpPr/>
          <p:nvPr/>
        </p:nvSpPr>
        <p:spPr>
          <a:xfrm rot="16200000">
            <a:off x="8946478" y="4349361"/>
            <a:ext cx="4196975" cy="172036"/>
          </a:xfrm>
          <a:prstGeom prst="roundRect">
            <a:avLst/>
          </a:prstGeom>
          <a:noFill/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4B655201-A2DF-5DDD-E958-FE8413C5155E}"/>
              </a:ext>
            </a:extLst>
          </p:cNvPr>
          <p:cNvSpPr/>
          <p:nvPr/>
        </p:nvSpPr>
        <p:spPr>
          <a:xfrm>
            <a:off x="918554" y="2556571"/>
            <a:ext cx="936694" cy="186629"/>
          </a:xfrm>
          <a:prstGeom prst="roundRect">
            <a:avLst/>
          </a:prstGeom>
          <a:noFill/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912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76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C293A-62F4-87AA-7174-242020349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BF577CD-CA47-3307-A995-B0F5E3CC3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71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2D74A5C-1E9D-93EC-6B83-56495624B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BFBFCBB-DFAF-00BC-6631-E0DD1D757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93054"/>
            <a:ext cx="9387040" cy="52718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54846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890</TotalTime>
  <Words>8</Words>
  <Application>Microsoft Office PowerPoint</Application>
  <PresentationFormat>寬螢幕</PresentationFormat>
  <Paragraphs>3</Paragraphs>
  <Slides>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Microsoft JhengHei</vt:lpstr>
      <vt:lpstr>Microsoft JhengHei</vt:lpstr>
      <vt:lpstr>Calibri</vt:lpstr>
      <vt:lpstr>Tahoma</vt:lpstr>
      <vt:lpstr>Office Theme</vt:lpstr>
      <vt:lpstr>手術室- 手術器械耗材運送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ACE Biotek</dc:creator>
  <cp:lastModifiedBy>James Chang</cp:lastModifiedBy>
  <cp:revision>4</cp:revision>
  <dcterms:created xsi:type="dcterms:W3CDTF">2025-06-03T14:12:43Z</dcterms:created>
  <dcterms:modified xsi:type="dcterms:W3CDTF">2025-11-26T02:25:43Z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2025-06-03T00:00:00Z</vt:filetime>
  </property>
  <property fmtid="{D5CDD505-2E9C-101B-9397-08002B2CF9AE}" pid="3" name="Creator">
    <vt:lpwstr>Acrobat PDFMaker 19 for PowerPoint</vt:lpwstr>
  </property>
  <property fmtid="{D5CDD505-2E9C-101B-9397-08002B2CF9AE}" pid="4" name="LastSaved">
    <vt:filetime>2025-06-03T00:00:00Z</vt:filetime>
  </property>
  <property fmtid="{D5CDD505-2E9C-101B-9397-08002B2CF9AE}" pid="5" name="Producer">
    <vt:lpwstr>Adobe PDF Library 19.21.90</vt:lpwstr>
  </property>
</Properties>
</file>